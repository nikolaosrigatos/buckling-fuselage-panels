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0B71-CAD3-4F53-9A86-DFE590DA8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08B36-D0F7-4D39-993D-5DA79E695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B8D27-D4D0-4668-9408-0104B864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BE7A7-7F66-406F-93BB-F513FCFD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44498-D4AA-45DA-85C1-E4F5CC37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E891-9F90-4764-8C78-69EFDBE9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180D6-F995-4405-B0D0-19BF5B36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A641B-E734-4445-8596-697B266F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D8E98-BA72-4257-900E-D38E90CD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B1F8B-A7F0-43A4-9957-680F19C6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3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4D1F-742A-49A3-9342-AE4BC492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B5566-D900-4195-8855-AECF2073A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99F67-6DE2-444F-865E-CDC795290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A60F3-FCFC-4990-89C6-433DFC47A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D578C-6174-4B3B-970B-994822C4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1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35ED-E683-4B65-8D85-26D1E983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AC30-D4E4-4B7E-B6F7-44A8A7378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CDE59-B7BD-41D1-80CE-C5371B224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5F13F-5B3C-4B32-BCEB-B5671A16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BBBA4-E7F5-4027-9BBC-3075B717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4C45B-4F95-4898-BC99-B9F574AF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4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B7B4-264A-49C7-886C-0C726E8D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A51C9-D80E-4EB5-8552-18C87F65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49168-44D7-423C-AF0C-5683A1DB0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C6E68F-A3EC-4E22-A451-F8709716C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F6DFBD-A163-4322-90BB-02FDA6B5D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6337D-76CF-40F1-8C60-AB40182F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1E45B2-7090-49B6-A0A3-BB5D4824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56302-A90F-425A-9544-365B2CC3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9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3AC2-0A41-42D3-B48A-DE0B9FEF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A6634-9CA4-496C-8279-8A9A97AA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6F5A9-40D6-4A80-9130-475D8B40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9FB43-E9EE-428A-8789-7963A0BA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2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6B9E6-47E8-453C-8478-B3F8901B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439BC-93C0-4C33-85CA-11642068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2B88E-3E3E-4EEF-A5AF-5FED10B1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C5EB-50B1-4E65-B18A-EC9C37FB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437E-39A1-4982-8947-98DF0166B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2D218-EC91-4746-8C10-95F7C3EA5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A226E-FA44-4606-9F59-CF740FA1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5E672-F038-476C-AB47-18D1E0C7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F64CD-7909-4854-A0A2-BE4C7341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7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A0600-2D0A-45F5-B90A-D490F4EE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8E6B9-BE53-4302-ABB3-336EFEABEE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5B663-E8AF-4EFA-9395-167A9DF5B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998E-8F54-451D-BE32-03A50BFB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B887D-4B85-405B-B86D-A8C1A71C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FE2C3-4ACD-4939-A866-46D8F7AC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7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33FD-323D-4040-A25F-6B82EA0C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8D047-529A-448E-8261-CA2A0D813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79371-8FFE-4EFB-86F0-9E187DFF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8B9F-1DD7-423B-9BB8-C7AE6A9B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E8FF9-A7B8-4CD7-900A-EFF33A39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7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3A8C9-887F-4D45-9924-F94BBB755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DEFAB-2B96-4F5C-B799-B8C21E843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4F630-3DF4-41D6-A6A9-C3C53CFB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E08B5-FC88-4B13-AC9B-90AB688F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655E-2C7E-45E1-85DE-DE7038DC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6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39F8C-BA6A-4B95-88F9-258C065C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E6C38-EC51-4133-A89B-E5849C7A5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B148-74BD-4365-8E3C-7EE0E9FB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CD5C5-5448-49F7-ABA8-BB65665DE104}" type="datetimeFigureOut">
              <a:rPr lang="en-US" smtClean="0"/>
              <a:t>27-Jun-22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DFC7F-236B-4085-95EA-877EB218B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C27AE-9A1B-4249-A266-8161E6D25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8F4A6-37DA-4432-8DEA-955D0B0E1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6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5A38-B937-4670-97A9-FC3A75A8D6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8" t="849" r="943" b="537"/>
          <a:stretch/>
        </p:blipFill>
        <p:spPr>
          <a:xfrm>
            <a:off x="2911353" y="3211910"/>
            <a:ext cx="2514338" cy="2365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BF568B-25CA-429B-BEAF-B5CCF188665E}"/>
              </a:ext>
            </a:extLst>
          </p:cNvPr>
          <p:cNvSpPr txBox="1"/>
          <p:nvPr/>
        </p:nvSpPr>
        <p:spPr>
          <a:xfrm rot="5400000">
            <a:off x="5227388" y="4208108"/>
            <a:ext cx="81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C737F-F291-4985-8773-B52D6D4F1A13}"/>
              </a:ext>
            </a:extLst>
          </p:cNvPr>
          <p:cNvSpPr txBox="1"/>
          <p:nvPr/>
        </p:nvSpPr>
        <p:spPr>
          <a:xfrm rot="5400000">
            <a:off x="5062289" y="1580546"/>
            <a:ext cx="114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8BA521-DD93-4B8B-B028-F2B84A0719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9" t="1232" r="1250" b="1056"/>
          <a:stretch/>
        </p:blipFill>
        <p:spPr>
          <a:xfrm>
            <a:off x="2911353" y="585133"/>
            <a:ext cx="2514338" cy="23652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F8177F-58F0-4231-8B1D-2CE8FFF9AD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0" t="1146" r="1293" b="1710"/>
          <a:stretch/>
        </p:blipFill>
        <p:spPr>
          <a:xfrm>
            <a:off x="49568" y="3211910"/>
            <a:ext cx="2514338" cy="2365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66FA2F-5FED-48D6-96AC-4CDBD328FAEC}"/>
              </a:ext>
            </a:extLst>
          </p:cNvPr>
          <p:cNvSpPr txBox="1"/>
          <p:nvPr/>
        </p:nvSpPr>
        <p:spPr>
          <a:xfrm rot="16200000">
            <a:off x="-756932" y="4208108"/>
            <a:ext cx="122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4D83F1-03CF-4466-AA96-269D4526972A}"/>
              </a:ext>
            </a:extLst>
          </p:cNvPr>
          <p:cNvSpPr txBox="1"/>
          <p:nvPr/>
        </p:nvSpPr>
        <p:spPr>
          <a:xfrm rot="16200000">
            <a:off x="-655951" y="1583100"/>
            <a:ext cx="102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1875E7-C5DF-4C90-946C-6646F212F3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6" t="1597" r="5104" b="3426"/>
          <a:stretch/>
        </p:blipFill>
        <p:spPr>
          <a:xfrm>
            <a:off x="74461" y="585132"/>
            <a:ext cx="2489445" cy="23652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F7F8D7-2218-462B-993B-931F861EC789}"/>
              </a:ext>
            </a:extLst>
          </p:cNvPr>
          <p:cNvSpPr txBox="1"/>
          <p:nvPr/>
        </p:nvSpPr>
        <p:spPr>
          <a:xfrm rot="5400000">
            <a:off x="11339549" y="4238855"/>
            <a:ext cx="81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F741D-6D7B-4561-A380-115152B8B383}"/>
              </a:ext>
            </a:extLst>
          </p:cNvPr>
          <p:cNvSpPr txBox="1"/>
          <p:nvPr/>
        </p:nvSpPr>
        <p:spPr>
          <a:xfrm rot="5400000">
            <a:off x="11174449" y="1681420"/>
            <a:ext cx="114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8EC4A1-6454-43A0-9E1F-6897B1634955}"/>
              </a:ext>
            </a:extLst>
          </p:cNvPr>
          <p:cNvSpPr txBox="1"/>
          <p:nvPr/>
        </p:nvSpPr>
        <p:spPr>
          <a:xfrm rot="16200000">
            <a:off x="5251189" y="4283679"/>
            <a:ext cx="122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856646-924D-4264-871C-07FD17772F42}"/>
              </a:ext>
            </a:extLst>
          </p:cNvPr>
          <p:cNvSpPr txBox="1"/>
          <p:nvPr/>
        </p:nvSpPr>
        <p:spPr>
          <a:xfrm rot="16200000">
            <a:off x="5251189" y="1681420"/>
            <a:ext cx="122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picture containing diagram&#10;&#10;Description automatically generated">
            <a:extLst>
              <a:ext uri="{FF2B5EF4-FFF2-40B4-BE49-F238E27FC236}">
                <a16:creationId xmlns:a16="http://schemas.microsoft.com/office/drawing/2014/main" id="{F62D3CE3-7E1C-48E7-A59A-9B210D83F6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8" t="21432" r="52392" b="21432"/>
          <a:stretch/>
        </p:blipFill>
        <p:spPr>
          <a:xfrm>
            <a:off x="8925205" y="594068"/>
            <a:ext cx="2514338" cy="2356333"/>
          </a:xfrm>
          <a:prstGeom prst="rect">
            <a:avLst/>
          </a:prstGeom>
        </p:spPr>
      </p:pic>
      <p:pic>
        <p:nvPicPr>
          <p:cNvPr id="22" name="Picture 21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71D237C8-9F20-4A08-8556-5E98CAFAC08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1" t="16778" r="49093" b="16778"/>
          <a:stretch/>
        </p:blipFill>
        <p:spPr>
          <a:xfrm>
            <a:off x="6096000" y="3211910"/>
            <a:ext cx="2540629" cy="2396014"/>
          </a:xfrm>
          <a:prstGeom prst="rect">
            <a:avLst/>
          </a:prstGeom>
        </p:spPr>
      </p:pic>
      <p:pic>
        <p:nvPicPr>
          <p:cNvPr id="23" name="Picture 22" descr="Diagram&#10;&#10;Description automatically generated">
            <a:extLst>
              <a:ext uri="{FF2B5EF4-FFF2-40B4-BE49-F238E27FC236}">
                <a16:creationId xmlns:a16="http://schemas.microsoft.com/office/drawing/2014/main" id="{93828E7E-6C65-4BDC-9D7C-3EE9700C7FF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6" t="19424" r="50742" b="19259"/>
          <a:stretch/>
        </p:blipFill>
        <p:spPr>
          <a:xfrm>
            <a:off x="6096000" y="581694"/>
            <a:ext cx="2540629" cy="23687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F4B2F6-625C-4DFE-B83E-E71A36A0503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500" t="2456" r="3163" b="2456"/>
          <a:stretch/>
        </p:blipFill>
        <p:spPr>
          <a:xfrm>
            <a:off x="8957785" y="3211910"/>
            <a:ext cx="2514338" cy="239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37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4EC3D2-A661-4776-B0E2-5E1BD4AC0830}"/>
              </a:ext>
            </a:extLst>
          </p:cNvPr>
          <p:cNvSpPr txBox="1"/>
          <p:nvPr/>
        </p:nvSpPr>
        <p:spPr>
          <a:xfrm rot="5400000">
            <a:off x="9013476" y="4333616"/>
            <a:ext cx="81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88ACC-5A5B-4C9E-85CE-B9B2408BFE95}"/>
              </a:ext>
            </a:extLst>
          </p:cNvPr>
          <p:cNvSpPr txBox="1"/>
          <p:nvPr/>
        </p:nvSpPr>
        <p:spPr>
          <a:xfrm rot="5400000">
            <a:off x="8848377" y="1622104"/>
            <a:ext cx="114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D2E9A4-6351-403B-A1FD-FF30DB0C4DE4}"/>
              </a:ext>
            </a:extLst>
          </p:cNvPr>
          <p:cNvSpPr txBox="1"/>
          <p:nvPr/>
        </p:nvSpPr>
        <p:spPr>
          <a:xfrm rot="16200000">
            <a:off x="2761743" y="4333616"/>
            <a:ext cx="122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581C35-231B-476F-98CF-D47499533028}"/>
              </a:ext>
            </a:extLst>
          </p:cNvPr>
          <p:cNvSpPr txBox="1"/>
          <p:nvPr/>
        </p:nvSpPr>
        <p:spPr>
          <a:xfrm rot="16200000">
            <a:off x="2761743" y="1622105"/>
            <a:ext cx="122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picture containing diagram&#10;&#10;Description automatically generated">
            <a:extLst>
              <a:ext uri="{FF2B5EF4-FFF2-40B4-BE49-F238E27FC236}">
                <a16:creationId xmlns:a16="http://schemas.microsoft.com/office/drawing/2014/main" id="{F3AE093D-8EDD-4ECD-BBFE-65DE181843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8" t="21432" r="52392" b="21432"/>
          <a:stretch/>
        </p:blipFill>
        <p:spPr>
          <a:xfrm>
            <a:off x="6631711" y="522379"/>
            <a:ext cx="2514338" cy="2356333"/>
          </a:xfrm>
          <a:prstGeom prst="rect">
            <a:avLst/>
          </a:prstGeom>
        </p:spPr>
      </p:pic>
      <p:pic>
        <p:nvPicPr>
          <p:cNvPr id="16" name="Picture 15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3E8A5E23-B126-49A6-9EBF-F16BD25F80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1" t="16778" r="49093" b="16778"/>
          <a:stretch/>
        </p:blipFill>
        <p:spPr>
          <a:xfrm>
            <a:off x="3606554" y="3261847"/>
            <a:ext cx="2540629" cy="2396014"/>
          </a:xfrm>
          <a:prstGeom prst="rect">
            <a:avLst/>
          </a:prstGeom>
        </p:spPr>
      </p:pic>
      <p:pic>
        <p:nvPicPr>
          <p:cNvPr id="18" name="Picture 17" descr="Diagram&#10;&#10;Description automatically generated">
            <a:extLst>
              <a:ext uri="{FF2B5EF4-FFF2-40B4-BE49-F238E27FC236}">
                <a16:creationId xmlns:a16="http://schemas.microsoft.com/office/drawing/2014/main" id="{74101EB5-86D8-4802-900C-4033B8E4C44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6" t="19424" r="50742" b="19259"/>
          <a:stretch/>
        </p:blipFill>
        <p:spPr>
          <a:xfrm>
            <a:off x="3606554" y="522379"/>
            <a:ext cx="2540629" cy="23687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F69272-47E5-44EC-BCE7-E86D497453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500" t="2456" r="3163" b="2456"/>
          <a:stretch/>
        </p:blipFill>
        <p:spPr>
          <a:xfrm>
            <a:off x="6631712" y="3306671"/>
            <a:ext cx="2514338" cy="239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8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7B3C077-7618-4CE8-961E-05DB7CB04AA2}"/>
              </a:ext>
            </a:extLst>
          </p:cNvPr>
          <p:cNvGrpSpPr/>
          <p:nvPr/>
        </p:nvGrpSpPr>
        <p:grpSpPr>
          <a:xfrm>
            <a:off x="2438401" y="522379"/>
            <a:ext cx="7950199" cy="5180307"/>
            <a:chOff x="2438401" y="522379"/>
            <a:chExt cx="7950199" cy="51803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2D686C-E1DC-4A55-8B7A-5CA5641A6269}"/>
                </a:ext>
              </a:extLst>
            </p:cNvPr>
            <p:cNvSpPr txBox="1"/>
            <p:nvPr/>
          </p:nvSpPr>
          <p:spPr>
            <a:xfrm>
              <a:off x="9238674" y="4333616"/>
              <a:ext cx="819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l-G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l-GR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1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374612-3675-4DE5-97BB-70315A8E3493}"/>
                </a:ext>
              </a:extLst>
            </p:cNvPr>
            <p:cNvSpPr txBox="1"/>
            <p:nvPr/>
          </p:nvSpPr>
          <p:spPr>
            <a:xfrm>
              <a:off x="9238674" y="1622105"/>
              <a:ext cx="1149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l-G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l-GR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0.25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1682F2-FB84-4FC7-B98C-208E399688B5}"/>
                </a:ext>
              </a:extLst>
            </p:cNvPr>
            <p:cNvSpPr txBox="1"/>
            <p:nvPr/>
          </p:nvSpPr>
          <p:spPr>
            <a:xfrm>
              <a:off x="2438401" y="4333616"/>
              <a:ext cx="1227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l-G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l-GR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0.50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8C87FC-08B9-4A3A-A364-7DE4C08C0B75}"/>
                </a:ext>
              </a:extLst>
            </p:cNvPr>
            <p:cNvSpPr txBox="1"/>
            <p:nvPr/>
          </p:nvSpPr>
          <p:spPr>
            <a:xfrm>
              <a:off x="2438401" y="1622105"/>
              <a:ext cx="1227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l-G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l-GR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Picture 11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F35196AA-DDD5-47BF-971D-5ADC3D3EC5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18" t="21432" r="52392" b="21432"/>
            <a:stretch/>
          </p:blipFill>
          <p:spPr>
            <a:xfrm>
              <a:off x="6631711" y="522379"/>
              <a:ext cx="2514338" cy="2356333"/>
            </a:xfrm>
            <a:prstGeom prst="rect">
              <a:avLst/>
            </a:prstGeom>
          </p:spPr>
        </p:pic>
        <p:pic>
          <p:nvPicPr>
            <p:cNvPr id="13" name="Picture 12" descr="Graphical user interface, chart&#10;&#10;Description automatically generated">
              <a:extLst>
                <a:ext uri="{FF2B5EF4-FFF2-40B4-BE49-F238E27FC236}">
                  <a16:creationId xmlns:a16="http://schemas.microsoft.com/office/drawing/2014/main" id="{ECD8BDED-0C03-4E63-BC4F-2DB740C8C6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91" t="16778" r="49093" b="16778"/>
            <a:stretch/>
          </p:blipFill>
          <p:spPr>
            <a:xfrm>
              <a:off x="3606554" y="3306672"/>
              <a:ext cx="2540629" cy="2396014"/>
            </a:xfrm>
            <a:prstGeom prst="rect">
              <a:avLst/>
            </a:prstGeom>
          </p:spPr>
        </p:pic>
        <p:pic>
          <p:nvPicPr>
            <p:cNvPr id="14" name="Picture 13" descr="Diagram&#10;&#10;Description automatically generated">
              <a:extLst>
                <a:ext uri="{FF2B5EF4-FFF2-40B4-BE49-F238E27FC236}">
                  <a16:creationId xmlns:a16="http://schemas.microsoft.com/office/drawing/2014/main" id="{5C7B0069-C942-44F0-B68A-123817BBD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46" t="19424" r="50742" b="19259"/>
            <a:stretch/>
          </p:blipFill>
          <p:spPr>
            <a:xfrm>
              <a:off x="3606554" y="522379"/>
              <a:ext cx="2540629" cy="236870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5CC5602-54A8-4BB2-A16E-4B71E3FE6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500" t="2456" r="3163" b="2456"/>
            <a:stretch/>
          </p:blipFill>
          <p:spPr>
            <a:xfrm>
              <a:off x="6631712" y="3306671"/>
              <a:ext cx="2514338" cy="23960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07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A75EED-7E40-4AF4-85CF-8B756DE6C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6" y="1362777"/>
            <a:ext cx="4700218" cy="37739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56125C-0C26-4AF2-8019-A0A979DDA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45" y="1362777"/>
            <a:ext cx="4743802" cy="377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52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ΡΗΓΑΤΟΣ ΝΙΚΟΛΑΟΣ</dc:creator>
  <cp:lastModifiedBy>ΡΗΓΑΤΟΣ ΝΙΚΟΛΑΟΣ</cp:lastModifiedBy>
  <cp:revision>16</cp:revision>
  <dcterms:created xsi:type="dcterms:W3CDTF">2022-04-23T22:25:43Z</dcterms:created>
  <dcterms:modified xsi:type="dcterms:W3CDTF">2022-06-27T12:21:34Z</dcterms:modified>
</cp:coreProperties>
</file>